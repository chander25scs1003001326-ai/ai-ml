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983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10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571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908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45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05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66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603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400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03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038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002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359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275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534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486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15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FBEF395-2453-41CD-9222-F00013CA14B7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52D143-3964-4237-B704-0B0D9E2ACB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55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00AEC-85EB-B3FC-15A7-5EF884242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427383" y="6926565"/>
            <a:ext cx="10525539" cy="133386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8FF26-30CA-CE92-5DCA-B9D5B41B8EAF}"/>
              </a:ext>
            </a:extLst>
          </p:cNvPr>
          <p:cNvSpPr txBox="1"/>
          <p:nvPr/>
        </p:nvSpPr>
        <p:spPr>
          <a:xfrm>
            <a:off x="4315653" y="202960"/>
            <a:ext cx="3560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Subject – Introduction to Ai </a:t>
            </a:r>
            <a:r>
              <a:rPr lang="en-US" dirty="0" err="1"/>
              <a:t>Ml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5A6C6-6ABA-FE40-E17C-B78E7E763687}"/>
              </a:ext>
            </a:extLst>
          </p:cNvPr>
          <p:cNvSpPr txBox="1"/>
          <p:nvPr/>
        </p:nvSpPr>
        <p:spPr>
          <a:xfrm>
            <a:off x="2800349" y="1181689"/>
            <a:ext cx="7197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Project- Wildlife Corridor Conservation and Watershed Management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ECB4E-AE0D-AD12-8C11-E14A977F82AB}"/>
              </a:ext>
            </a:extLst>
          </p:cNvPr>
          <p:cNvSpPr txBox="1"/>
          <p:nvPr/>
        </p:nvSpPr>
        <p:spPr>
          <a:xfrm>
            <a:off x="638587" y="2683483"/>
            <a:ext cx="84855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Name of units :</a:t>
            </a:r>
          </a:p>
          <a:p>
            <a:endParaRPr lang="en-US" dirty="0"/>
          </a:p>
          <a:p>
            <a:r>
              <a:rPr lang="en-US" dirty="0"/>
              <a:t>Unit 1 – Foundation of Ai</a:t>
            </a:r>
          </a:p>
          <a:p>
            <a:endParaRPr lang="en-US" dirty="0"/>
          </a:p>
          <a:p>
            <a:r>
              <a:rPr lang="en-US" dirty="0"/>
              <a:t>Unit 2 – Intelligent Agents &amp; Problem Solving</a:t>
            </a:r>
          </a:p>
          <a:p>
            <a:endParaRPr lang="en-US" dirty="0"/>
          </a:p>
          <a:p>
            <a:r>
              <a:rPr lang="en-US" dirty="0"/>
              <a:t>Unit 3 – Knowledge Representation &amp; Inference </a:t>
            </a:r>
          </a:p>
          <a:p>
            <a:endParaRPr lang="en-IN" dirty="0"/>
          </a:p>
          <a:p>
            <a:r>
              <a:rPr lang="en-IN" dirty="0"/>
              <a:t>Unit 4 – Introduction to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64296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2E47A-51F2-E076-58BD-44C54254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0706" y="0"/>
            <a:ext cx="7046842" cy="1456267"/>
          </a:xfrm>
        </p:spPr>
        <p:txBody>
          <a:bodyPr/>
          <a:lstStyle/>
          <a:p>
            <a:r>
              <a:rPr lang="en-US" dirty="0"/>
              <a:t>Unit 1 - Foundation of Ai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10451-8AF1-5F5F-25B4-94C292387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48" y="1381539"/>
            <a:ext cx="12145617" cy="4409661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58E8B-C4EF-3F5B-3FED-A9F4C5D4A7A8}"/>
              </a:ext>
            </a:extLst>
          </p:cNvPr>
          <p:cNvSpPr txBox="1"/>
          <p:nvPr/>
        </p:nvSpPr>
        <p:spPr>
          <a:xfrm>
            <a:off x="258417" y="1456267"/>
            <a:ext cx="1040626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AI &amp; Wildlife Corridor Conservation </a:t>
            </a:r>
          </a:p>
          <a:p>
            <a:endParaRPr lang="en-IN" b="1" dirty="0"/>
          </a:p>
          <a:p>
            <a:r>
              <a:rPr lang="en-IN" dirty="0"/>
              <a:t> AI agents can model animal movement and </a:t>
            </a:r>
            <a:r>
              <a:rPr lang="en-IN" dirty="0" err="1"/>
              <a:t>behavior</a:t>
            </a:r>
            <a:r>
              <a:rPr lang="en-IN" dirty="0"/>
              <a:t> to identify optimal   wildlife corridors.</a:t>
            </a:r>
          </a:p>
          <a:p>
            <a:endParaRPr lang="en-IN" dirty="0"/>
          </a:p>
          <a:p>
            <a:r>
              <a:rPr lang="en-IN" dirty="0"/>
              <a:t>Machine learning algorithms help predict migration routes and potential human–wildlife conflict zones.</a:t>
            </a:r>
          </a:p>
          <a:p>
            <a:endParaRPr lang="en-IN" dirty="0"/>
          </a:p>
          <a:p>
            <a:r>
              <a:rPr lang="en-IN" dirty="0"/>
              <a:t>AI-based pattern recognition </a:t>
            </a:r>
            <a:r>
              <a:rPr lang="en-IN" dirty="0" err="1"/>
              <a:t>analyzes</a:t>
            </a:r>
            <a:r>
              <a:rPr lang="en-IN" dirty="0"/>
              <a:t> GPS-tracking and camera-trap data to locate critical animal pathways.</a:t>
            </a:r>
          </a:p>
          <a:p>
            <a:endParaRPr lang="en-IN" dirty="0"/>
          </a:p>
          <a:p>
            <a:r>
              <a:rPr lang="en-US" b="1" u="sng" dirty="0"/>
              <a:t>AI &amp; Watershed Management</a:t>
            </a:r>
          </a:p>
          <a:p>
            <a:endParaRPr lang="en-US" b="1" dirty="0"/>
          </a:p>
          <a:p>
            <a:r>
              <a:rPr lang="en-US" dirty="0"/>
              <a:t>AI systems use environmental sensor data for forecasting rainfall, stream flow, and groundwater availability.</a:t>
            </a:r>
          </a:p>
          <a:p>
            <a:endParaRPr lang="en-US" dirty="0"/>
          </a:p>
          <a:p>
            <a:r>
              <a:rPr lang="en-US" dirty="0"/>
              <a:t>State-space search and AI reasoning enable prediction of flood-prone areas and water resource planning.</a:t>
            </a:r>
          </a:p>
          <a:p>
            <a:endParaRPr lang="en-US" dirty="0"/>
          </a:p>
          <a:p>
            <a:r>
              <a:rPr lang="en-US" dirty="0"/>
              <a:t>AI perception and data-driven learning classify satellite imagery for watershed mapping and land-cover change detection.</a:t>
            </a:r>
          </a:p>
          <a:p>
            <a:pPr algn="ctr"/>
            <a:endParaRPr lang="en-US" dirty="0"/>
          </a:p>
          <a:p>
            <a:pPr algn="ctr"/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19903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101B-E305-6793-4010-5A9BB5549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280" y="0"/>
            <a:ext cx="10131425" cy="1456267"/>
          </a:xfrm>
        </p:spPr>
        <p:txBody>
          <a:bodyPr/>
          <a:lstStyle/>
          <a:p>
            <a:r>
              <a:rPr lang="en-US" dirty="0"/>
              <a:t>Unit 2 – Intelligent Agents &amp; Problem Solving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20CF-084E-C3F8-66F6-68C8974B4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4" y="1202635"/>
            <a:ext cx="11668538" cy="5869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Intelligent Agents and Problem Solving</a:t>
            </a:r>
          </a:p>
          <a:p>
            <a:endParaRPr lang="en-US" b="1" u="sng" dirty="0"/>
          </a:p>
          <a:p>
            <a:r>
              <a:rPr lang="en-US" dirty="0"/>
              <a:t>Animal movement can be modeled using intelligent agents, where each animal acts as an autonomous agent navigating its environment.</a:t>
            </a:r>
          </a:p>
          <a:p>
            <a:r>
              <a:rPr lang="en-US" dirty="0"/>
              <a:t>Problem-solving algorithms (like A* and Dijkstra) can be applied to find optimal wildlife corridor routes across fragmented landscapes.</a:t>
            </a:r>
          </a:p>
          <a:p>
            <a:r>
              <a:rPr lang="en-US" dirty="0"/>
              <a:t>Agents with sensors (camera traps, GPS, satellites) and actuators (predictive actions) help monitor and protect natural habitats.</a:t>
            </a:r>
          </a:p>
          <a:p>
            <a:r>
              <a:rPr lang="en-US" dirty="0"/>
              <a:t>Multi-agent systems can simulate interactions between animals, humans, and environmental factors in corridor planning.</a:t>
            </a:r>
          </a:p>
          <a:p>
            <a:r>
              <a:rPr lang="en-US" dirty="0"/>
              <a:t>Agents can evaluate watershed data (rainfall, soil moisture, river flow) to support sustainable water management.</a:t>
            </a:r>
          </a:p>
          <a:p>
            <a:r>
              <a:rPr lang="en-US" dirty="0"/>
              <a:t>Goal-based and utility-based agents help make decisions for minimizing habitat disruption and maximizing ecological connectivity.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136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0173-D881-45B5-9EA8-CA1C42F4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97" y="79513"/>
            <a:ext cx="10131425" cy="1456267"/>
          </a:xfrm>
        </p:spPr>
        <p:txBody>
          <a:bodyPr>
            <a:normAutofit fontScale="90000"/>
          </a:bodyPr>
          <a:lstStyle/>
          <a:p>
            <a:r>
              <a:rPr lang="en-US" dirty="0"/>
              <a:t>Unit 3 – Knowledge Representation &amp; Inference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A38A2-4C2A-D490-57EC-A824679C1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32" y="1282148"/>
            <a:ext cx="11072190" cy="55758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Knowledge Representation and Inference</a:t>
            </a:r>
          </a:p>
          <a:p>
            <a:pPr marL="0" indent="0">
              <a:buNone/>
            </a:pPr>
            <a:endParaRPr lang="en-US" u="sng" dirty="0"/>
          </a:p>
          <a:p>
            <a:r>
              <a:rPr lang="en-US" dirty="0"/>
              <a:t>AI uses knowledge representation (graphs, maps, ontologies) to store ecological data such as species presence, forest cover, and river networks.</a:t>
            </a:r>
          </a:p>
          <a:p>
            <a:r>
              <a:rPr lang="en-US" dirty="0"/>
              <a:t>Semantic networks and knowledge bases can represent relationships between animals, habitats, water sources, and migration pathways.</a:t>
            </a:r>
          </a:p>
          <a:p>
            <a:r>
              <a:rPr lang="en-US" dirty="0"/>
              <a:t>Rule-based inference can help determine which areas should be prioritized for corridor protection based on biological and environmental knowledge.</a:t>
            </a:r>
          </a:p>
          <a:p>
            <a:r>
              <a:rPr lang="en-US" dirty="0"/>
              <a:t>Spatial knowledge representation allows linking corridor pathways with watershed boundaries and hydrological features.</a:t>
            </a:r>
          </a:p>
          <a:p>
            <a:r>
              <a:rPr lang="en-US" dirty="0"/>
              <a:t>Probabilistic inference can predict animal movement patterns and habitat suitability under changing environmental conditions.</a:t>
            </a:r>
          </a:p>
          <a:p>
            <a:r>
              <a:rPr lang="en-US" dirty="0"/>
              <a:t>Logic-based reasoning helps evaluate conservation actions (e.g., “IF forest cover decreases THEN corridor connectivity decreases”).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471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9C80F-642E-D89C-6190-0921935AE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172279"/>
            <a:ext cx="10131425" cy="1456267"/>
          </a:xfrm>
        </p:spPr>
        <p:txBody>
          <a:bodyPr/>
          <a:lstStyle/>
          <a:p>
            <a:r>
              <a:rPr lang="en-IN" dirty="0"/>
              <a:t>Unit 4 – Introduction to Machine Learning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40DBA-7866-8D10-9600-D7AE1F1F7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8" y="1487556"/>
            <a:ext cx="11370364" cy="5198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Machine Learning in Wildlife Corridor &amp; Watershed Management</a:t>
            </a:r>
          </a:p>
          <a:p>
            <a:pPr marL="0" indent="0">
              <a:buNone/>
            </a:pPr>
            <a:endParaRPr lang="en-US" b="1" u="sng" dirty="0"/>
          </a:p>
          <a:p>
            <a:r>
              <a:rPr lang="en-US" dirty="0"/>
              <a:t>ML models analyze animal movement data (GPS, RFID, camera traps) to learn migration patterns and identify natural wildlife corridors.</a:t>
            </a:r>
          </a:p>
          <a:p>
            <a:r>
              <a:rPr lang="en-US" dirty="0"/>
              <a:t>Supervised learning can classify landscapes into suitable vs. unsuitable habitat for corridor planning.</a:t>
            </a:r>
          </a:p>
          <a:p>
            <a:r>
              <a:rPr lang="en-US" dirty="0"/>
              <a:t>Unsupervised learning (clustering) can detect natural grouping of animals and habitat patches to reveal hidden corridor structures.</a:t>
            </a:r>
          </a:p>
          <a:p>
            <a:r>
              <a:rPr lang="en-US" dirty="0"/>
              <a:t>ML algorithms predict future habitat changes due to urbanization, climate conditions, and land-use activities.</a:t>
            </a:r>
          </a:p>
          <a:p>
            <a:r>
              <a:rPr lang="en-US" dirty="0"/>
              <a:t>Regression and time-series forecasting models can estimate rainfall, runoff, and water availability in watershed regions.</a:t>
            </a:r>
          </a:p>
          <a:p>
            <a:r>
              <a:rPr lang="en-US" dirty="0"/>
              <a:t>ML models detect anomalies, such as illegal land clearing or poaching, using remote sensing and environmental datasets.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3521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39</TotalTime>
  <Words>546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Celestial</vt:lpstr>
      <vt:lpstr>PowerPoint Presentation</vt:lpstr>
      <vt:lpstr>Unit 1 - Foundation of Ai </vt:lpstr>
      <vt:lpstr>Unit 2 – Intelligent Agents &amp; Problem Solving </vt:lpstr>
      <vt:lpstr>Unit 3 – Knowledge Representation &amp; Inference  </vt:lpstr>
      <vt:lpstr>Unit 4 – Introduction to Machine Learning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 korke</dc:creator>
  <cp:lastModifiedBy>komal korke</cp:lastModifiedBy>
  <cp:revision>1</cp:revision>
  <dcterms:created xsi:type="dcterms:W3CDTF">2025-11-25T19:37:17Z</dcterms:created>
  <dcterms:modified xsi:type="dcterms:W3CDTF">2025-11-25T20:16:45Z</dcterms:modified>
</cp:coreProperties>
</file>